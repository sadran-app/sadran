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עלות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מלצר</c:v>
                  </c:pt>
                  <c:pt idx="1">
                    <c:v>טבח</c:v>
                  </c:pt>
                  <c:pt idx="2">
                    <c:v>ברמן</c:v>
                  </c:pt>
                  <c:pt idx="3">
                    <c:v>אחראי</c:v>
                  </c:pt>
                  <c:pt idx="4">
                    <c:v>מארח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5600</c:v>
                </c:pt>
                <c:pt idx="2">
                  <c:v>3100</c:v>
                </c:pt>
                <c:pt idx="3">
                  <c:v>3800</c:v>
                </c:pt>
                <c:pt idx="4">
                  <c:v>2200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572000" cy="4572000"/>
          </a:xfrm>
          <a:prstGeom prst="ellipse">
            <a:avLst/>
          </a:prstGeom>
          <a:solidFill>
            <a:srgbClr val="05966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73207" y="1554480"/>
            <a:ext cx="1051560" cy="1051560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573207" y="15544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977767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66928" y="38862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שיבוץ משמרות חכמה למסעדות — מבוססת וואטסאפ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452628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מלא: כל הפיצ'רים, מסך אחר מסך — לתפעול שוטף ולהיכרות מלאה עם המערכת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5257800"/>
            <a:ext cx="3840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539496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איסוף זמינות בוואטסאפ  ·  מנוע שיבוץ אוטומטי  ·  הוגנות וחוקי עבודה  ·  דוחות ותובנות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כללית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סַדְרָן?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7839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3794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מהמשמרות בפנקס — לסידור חכם בלחיצה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86384" y="2368296"/>
            <a:ext cx="10618927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 מנהל את כל מחזור השיבוץ השבועי של המסעדה: אוסף מהעובדים את הזמינות שלהם ישירות בוואטסאפ, בונה אוטומטית סידור עבודה מאוזן שמכבד את חוקי העבודה, ומאפשר פרסום, מעקב, החלפות ודוחות — הכל במקום אחד, בעברית מלאה.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21701" y="3063240"/>
            <a:ext cx="3503066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38383" y="328269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838383" y="3282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41157" y="33009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חוסך שעות בכל שבוע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1157" y="3785616"/>
            <a:ext cx="3064154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לרדוף אחרי עובדים ולסדר ידנית בטבלה — המערכת שולחת בקשות זמינות, מקבלת תשובות, ובונה סידור מלא בלחיצה אחת. אתם רק מאשרים ומפרסמים.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4314" y="3063240"/>
            <a:ext cx="3503066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60997" y="328269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7060997" y="3282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63770" y="33009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הוגן ולפי חוק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63770" y="3785616"/>
            <a:ext cx="3064154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מאזן עומס סופ"ש וסגירות בין העובדים, זוכר מי "שילם" בשבוע שעבר, ולעולם לא חורג ממנוחה בין משמרות, שעות מקסימום או עוצר לקטינים — האכיפה אוטומטית.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3503066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83610" y="328269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283610" y="3282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6384" y="33009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הכול בוואטסאפ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6384" y="3785616"/>
            <a:ext cx="3064154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העובדים לא צריכים אפליקציה. הם מקבלים בקשת זמינות ואת הסידור הסופי בוואטסאפ, ועונים בהודעה רגילה — המערכת מפענחת את התשובה והופכת אותה לזמינות.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כללית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העבודה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שבועי — מקצה לקצה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66047" y="2011680"/>
            <a:ext cx="2558720" cy="2926080"/>
          </a:xfrm>
          <a:prstGeom prst="roundRect">
            <a:avLst>
              <a:gd name="adj" fmla="val 35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1359" y="2331720"/>
            <a:ext cx="768096" cy="7680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961359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203207" y="3246120"/>
            <a:ext cx="228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איסוף זמינות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248927" y="3749040"/>
            <a:ext cx="2192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שולחת לכל העובדים בקשת זמינות בוואטסאפ (ידני או אוטומטי בכל שבוע).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46007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233008" y="2011680"/>
            <a:ext cx="2558720" cy="2926080"/>
          </a:xfrm>
          <a:prstGeom prst="roundRect">
            <a:avLst>
              <a:gd name="adj" fmla="val 35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28320" y="2331720"/>
            <a:ext cx="768096" cy="7680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128320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70168" y="3246120"/>
            <a:ext cx="228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סידור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15888" y="3749040"/>
            <a:ext cx="2192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"צור סידור" — המנוע משבץ אוטומטית לפי זמינות, הוגנות וחוקי עבודה.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12968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399968" y="2011680"/>
            <a:ext cx="2558720" cy="2926080"/>
          </a:xfrm>
          <a:prstGeom prst="roundRect">
            <a:avLst>
              <a:gd name="adj" fmla="val 35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5280" y="2331720"/>
            <a:ext cx="768096" cy="7680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295280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537128" y="3246120"/>
            <a:ext cx="228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ופרסום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582848" y="3749040"/>
            <a:ext cx="2192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מסדרים ידנית אם צריך, בודקים חוסרים ושיבוצי כפייה, ומפרסמים לעובדים.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79928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566928" y="2011680"/>
            <a:ext cx="2558720" cy="2926080"/>
          </a:xfrm>
          <a:prstGeom prst="roundRect">
            <a:avLst>
              <a:gd name="adj" fmla="val 35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462240" y="2331720"/>
            <a:ext cx="768096" cy="7680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1462240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4088" y="3246120"/>
            <a:ext cx="228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והחלפות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" y="3749040"/>
            <a:ext cx="2192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עוקבים אחרי מי הגיב, מטפלים בהחלפות משמרת, ובסוף — הסידור נשמר בהיסטוריה.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25780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מחזור = שבוע אחד. אפשר לפתוח את השבוע הבא רק אחרי שהנוכחי פורסם — כך תמיד יש סידור פעיל אחד ברור.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העבודה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המסך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שמונה לשוניות — כל המערכת בהישג יד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52331" y="1783080"/>
            <a:ext cx="2572436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11535" y="20025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911535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71787" y="2039112"/>
            <a:ext cx="1658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סידור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71787" y="2532888"/>
            <a:ext cx="21335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השיבוץ השבועי + יצירה אוטומטית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3864" y="1783080"/>
            <a:ext cx="2572436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83067" y="2002536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083067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3320" y="2039112"/>
            <a:ext cx="1658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3320" y="2532888"/>
            <a:ext cx="21335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צוות + עריכת זמינות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95396" y="1783080"/>
            <a:ext cx="2572436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54600" y="2002536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525460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4852" y="2039112"/>
            <a:ext cx="1658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4852" y="2532888"/>
            <a:ext cx="21335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הגיש זמינות + פאנל תקלות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1783080"/>
            <a:ext cx="2572436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26132" y="200253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2426132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6384" y="2039112"/>
            <a:ext cx="1658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צ׳אט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6384" y="2532888"/>
            <a:ext cx="21335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תיבת וואטסאפ נכנס/יוצא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331" y="3657600"/>
            <a:ext cx="2572436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11535" y="3877056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10911535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1787" y="3913632"/>
            <a:ext cx="1658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71787" y="4407408"/>
            <a:ext cx="21335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ארכיון סידורים שפורסמו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23864" y="3657600"/>
            <a:ext cx="2572436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067" y="387705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083067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3320" y="3913632"/>
            <a:ext cx="1658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דוחות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43320" y="4407408"/>
            <a:ext cx="21335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עלות, שעות, דירוג ותובנות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95396" y="3657600"/>
            <a:ext cx="2572436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54600" y="3877056"/>
            <a:ext cx="457200" cy="4572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37" name="Text 35"/>
          <p:cNvSpPr/>
          <p:nvPr/>
        </p:nvSpPr>
        <p:spPr>
          <a:xfrm>
            <a:off x="5254600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14852" y="3913632"/>
            <a:ext cx="1658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הגדרות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614852" y="4407408"/>
            <a:ext cx="21335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עבודה, תפקידים, משמרות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3657600"/>
            <a:ext cx="2572436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26132" y="3877056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2" name="Text 40"/>
          <p:cNvSpPr/>
          <p:nvPr/>
        </p:nvSpPr>
        <p:spPr>
          <a:xfrm>
            <a:off x="2426132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6384" y="3913632"/>
            <a:ext cx="1658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החלפות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86384" y="4407408"/>
            <a:ext cx="21335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החלפת משמרת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בנוסף: כפתור קופיילוט צף (ייעוץ חכם) ופאנל ניהול-על נפרד לבעל המערכת. נעבור על כולם.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המסך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סידור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השיבוץ השבועי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7839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3794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המסך המרכזי של המערכת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276856"/>
            <a:ext cx="1061892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רשת שבועית לפי ימים ומשמרות. כל משבצת מציגה כמה עובדים דרושים מכל תפקיד, מי משובץ, ובאילו שעות. התאריכים (dd/mm) מופיעים על כל יום, וצבע לכל סוג משמרת.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2834640"/>
            <a:ext cx="53917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2464" y="301752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עושים כאן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2464" y="3456432"/>
            <a:ext cx="49528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צור סידור — יצירה אוטומטית מלאה בלחיצה אחת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הוספה ידנית של עובד למשבצת, עם בדיקת כשירות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"חסר" מסומן באדום — לחיצה מציגה מועמדים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הורדת עובד ממשמרת → נפתחת בקשת החלפה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אפס סידור / פתח שבוע הבא / ייצוא סידור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פרסום הסידור — שולח לכל העובדים בוואטסאפ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2834640"/>
            <a:ext cx="53917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301752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רואים על כל שיבוץ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0704" y="3456432"/>
            <a:ext cx="49528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העובד + התפקיד + שעות המשמרת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חלקיות מוצגות על התג (למשל 16:00–20:00)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שיבוץ בכפייה מסומן באדום עם ⚠ — דורש אישור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מונה כיסוי לכל דרישה (מאויש / דרוש)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תרומה של העובד (מדליית צבע)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סידור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השיבוץ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המערכת מחליטה מי משובץ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1701" y="1691640"/>
            <a:ext cx="350306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38383" y="191109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838383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41157" y="19293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הכי מוגבל קודם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41157" y="2368296"/>
            <a:ext cx="306415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ממלאת קודם את המשבצות הקשות ביותר לאיוש (הכי מעט מועמדים) — כך לא נשארים "תקועים" עם משבצת בלי אף עובד מתאים.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4314" y="1691640"/>
            <a:ext cx="350306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60997" y="191109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7060997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63770" y="19293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הוגנות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63770" y="2368296"/>
            <a:ext cx="306415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מאזן עומס לא-נעים (סופ"ש וסגירות) בין העובדים, כולל "קרדיט" מצטבר בין שבועות — מי שנשא בעומס בשבוע שעבר יקבל עדיפות למנוחה.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1691640"/>
            <a:ext cx="350306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83610" y="191109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83610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19293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העדפות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" y="2368296"/>
            <a:ext cx="306415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מתחשב בהעדפות ובמינימום/מקסימום המשמרות של כל עובד, ומנסה לתת לכל אחד את המכסה שהוגדרה לו — בלי לפגוע בכיסוי.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114800"/>
            <a:ext cx="11057839" cy="1783080"/>
          </a:xfrm>
          <a:prstGeom prst="roundRect">
            <a:avLst>
              <a:gd name="adj" fmla="val 512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350447" y="4315968"/>
            <a:ext cx="105091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עבודה — קו אדום שלעולם לא נחצה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50447" y="4800600"/>
            <a:ext cx="1050919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מנוחה מינימלית בין משמרות · מקסימום שעות ליום ולשבוע · עוצר לקטינים · איסור חפיפה בין משמרות. אלה נאכפים תמיד — גם במצב מחסור בעובדים המערכת תעדיף להשאיר משבצת ריקה ("חסר") מאשר לשבץ בניגוד לחוק.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השיבוץ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השיבוץ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שיבוץ בכפייה — כשאין ברירה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7839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3794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כשאין אף עובד זמין וכשיר למשבצת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276856"/>
            <a:ext cx="10618927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להשאיר חור בסידור, המערכת יכולה "לכפות" שיבוץ — אבל רק על ידי ויתור על העדפות (זמינות / מקסימום משמרות), אף פעם לא על חוק עבודה. כל שיבוץ כזה מסומן באדום עם הסבר מלא, ומחכה לאישור המנהל.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2971800"/>
            <a:ext cx="53917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2464" y="315468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מותר לוותר עליו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2464" y="3593592"/>
            <a:ext cx="49528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זמינות — עובד ששלח שאינו זמין / לא הגיב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מקסימום משמרות — חריגה מהמכסה שהוגדרה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שאר החוקים (מנוחה, עוצר, שעות) — נשמרים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2971800"/>
            <a:ext cx="53917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315468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מוצג ונבחר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0704" y="3593592"/>
            <a:ext cx="49528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מסומן אדום עם ⚠ ופאנל "שיבוצים בכפייה"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 בעברית: מה נעקף ולמה נבחר דווקא הוא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נבחר בעל העומס ההוגן הנמוך ביותר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עדיפות: קודם מי ששלח זמינות, ורק אז מי שלא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השיבוץ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פיצ'ר מתקדם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חופשי ושיבוץ חלקי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7839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3794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 לא כל עובד זמין למשמרת מלאה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276856"/>
            <a:ext cx="10618927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יכול להגדיר טווח שעות מדויק שבו הוא פנוי (למשל 16:00–20:00), ולא רק "זמין / לא זמין". המערכת משבצת אותו בדיוק לשעות שלו — לא למשמרת מלאה — ושומרת את שעת הסיום האמיתית. גם קטין שזמין רק לחלון חוקי הופך לכשיר לאותו חלון.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1701" y="3108960"/>
            <a:ext cx="350306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38383" y="33284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838383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41157" y="33467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בורר שעות מדויק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1157" y="3785616"/>
            <a:ext cx="3064154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בטאב העובדים בוחרים לכל יום: זמין כל היום · שעות מסוימות (מ־ / עד, בכל דקה, בפורמט 24 שעות) · לא יכול. השעות נשמרות בדיוק, בלי "קפיצה" למשמרת שלמה.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4314" y="3108960"/>
            <a:ext cx="350306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60997" y="332841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7060997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63770" y="33467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חיתוך לשעות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63770" y="3785616"/>
            <a:ext cx="3064154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 חותך את השיבוץ לחלון הזמינות של העובד. אם המשמרת 16:00–24:00 והוא פנוי עד 20:00 — הוא ישובץ 16:00–20:00 בלבד, וזה מה שיופיע בסידור ובדוחות.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108960"/>
            <a:ext cx="350306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83610" y="332841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283610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6384" y="33467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פיצול משמרת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6384" y="3785616"/>
            <a:ext cx="3064154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משבצת אחת יכולה להתחלק בין כמה עובדים לאורך הזמן: אחד 16:00–20:00 והשני 20:00–24:00 — כך גם מי שפנוי לחלק מהזמן תורם לכיסוי המלא.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פיצ'ר מתקדם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פיצ'ר מתקדם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עדיפות למילוי משבצת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כשהמנוע ממלא משבצת, הוא מנסה לפי הסדר הזה — מהטוב ביותר לפתרון האחרון: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38383" y="239115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838383" y="23911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9869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שמכסה את כל המשבצת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41248" y="2697480"/>
            <a:ext cx="9869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שזמינותו מכסה את מלוא שעות המשמרת — עדיפות ראשונה, בלי לפצל.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838383" y="3369564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8383" y="33695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" y="3337560"/>
            <a:ext cx="9869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פיצול בין עובדים חלקיים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" y="3675888"/>
            <a:ext cx="9869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אין עובד יחיד מתאים — מחלקים את המשבצת בין כמה שזמינים לחלקי שעות, ברצף.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197096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838383" y="434797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838383" y="43479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" y="4315968"/>
            <a:ext cx="9869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כפייה — קודם מי ששלח זמינות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1248" y="4654296"/>
            <a:ext cx="9869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עדיין חסר — כופים שיבוץ, בעדיפות למי שכן שלח זמינות (גם אם לא תואמת).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75504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838383" y="5326380"/>
            <a:ext cx="566928" cy="56692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10838383" y="53263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1248" y="5294376"/>
            <a:ext cx="9869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כפייה — מי שאין עליו מידע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41248" y="5632704"/>
            <a:ext cx="9869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כמוצא אחרון (מחסור בעובדים) — נכפה מי שטרם התקבלה עבורו זמינות כלל.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1722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שלב — חוקי העבודה נשמרים. אם אי אפשר לכסות באופן חוקי, נשארת "חסר" גלויה למנהל.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פיצ'ר מתקדם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פיצ'ר מתקדם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"אין מידע זמינות" — ברירת מחדל נכונה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78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3794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מניחים שעובד זמין רק כי לא ענה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276856"/>
            <a:ext cx="10618927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שעדיין לא הגיב בוואטסאפ וגם לא הוגדר ידנית — מסומן במערכת כ"טרם התקבלה זמינות", ולא כ"זמין כל השבוע". כך התמונה תמיד אמיתית: אתם רואים בדיוק על מי יש מידע ועל מי לא, ולא משבצים בטעות מישהו שלא אישר.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3108960"/>
            <a:ext cx="53917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2464" y="329184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בתצוגה (טאב עובדים)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2464" y="3730752"/>
            <a:ext cx="495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ללא מידע — אף יום לא מסומן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באנר "טרם התקבלה זמינות לשבוע"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סימון ⏳ ליד השם ברשימת העובדים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ברגע שמגדירים/מגיע בוואטסאפ — מתעדכן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3108960"/>
            <a:ext cx="53917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329184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בשיבוץ האוטומטי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0704" y="3730752"/>
            <a:ext cx="495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משובץ אוטומטית כזמין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נכפה רק כמוצא אחרון (מחסור אמיתי)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עדיפות תמיד למי ששלח זמינות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אין "הפתעות" של עובד שלא אישר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פיצ'ר מתקדם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עובדים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הצוות והזמינות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33008" y="1600200"/>
            <a:ext cx="539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52464" y="178308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כרטיס העובד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52464" y="2221992"/>
            <a:ext cx="49528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פרטים: שם, טלפון, תאריך לידה (זיהוי קטין)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מינימום ומקסימום משמרות לשבוע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שכר לשעה — לחישוב עלות בדוחות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תפקידים שהעובד מוסמך אליהם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הערות מעסיק (חוזה, אישורים, הגבלות)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39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178308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עריכת זמינות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0704" y="2221992"/>
            <a:ext cx="49528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יום → זמין כל היום / שעות / לא יכול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בורר שעות 24 שעות, כל דקה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"הסיכום שלך" — תצוגה מרוכזת של השבוע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מתעדכן אוטומטית מתשובת הוואטסאפ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977640"/>
            <a:ext cx="11057839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" y="421538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פעולות נוספות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6384" y="4745736"/>
            <a:ext cx="10618927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שליחת סיכום אישי לעובד בוואטסאפ (כמה משמרות, שעות, סופ"ש, סגירות, דירוג)  ·  השבתה והחזרה לפעילות של עובד  ·  דירוג תרומה (מדליה) לכל עובד לפי משמרות שפורסמו  ·  חיפוש מהיר ברשימה  ·  הוספת עובד חדש ששולחת לו אוטומטית הודעת פתיחה ובקשת זמינות.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עובדים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מעקב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שליטה — מי הגיב ומה תקוע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3794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חי אחר הגשת זמינות ותקלות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276856"/>
            <a:ext cx="1061892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במבט אחד רואים כמה עובדים כבר הגישו זמינות לשבוע הנוכחי, מי עדיין חסר, וכל התקלות שדורשות טיפול — כדי שאף אחד לא ייפול בין הכיסאות לפני יצירת הסידור.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2834640"/>
            <a:ext cx="53917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2464" y="301752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הגשת זמינות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2464" y="3456432"/>
            <a:ext cx="49528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מונה: כמה הגישו מתוך כלל הצוות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מי שכבר הגיש + מתי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מי שעדיין ממתין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רענון לעדכון בזמן אמת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2834640"/>
            <a:ext cx="53917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301752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תקלות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0704" y="3456432"/>
            <a:ext cx="49528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 שלא הגיבו לבקשת הזמינות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כשלים בשליחת הודעות וואטסאפ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 בלי מספר טלפון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 שביטלו הסכמה / ממתינים לאישור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מעקב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צ׳אט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תיבת וואטסאפ — נכנס ויוצא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7839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3794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מלאה מול כל עובד — בתוך המערכת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276856"/>
            <a:ext cx="10618927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ההודעות שיצאו לעובד (בקשות זמינות, סידור, הודעות פתיחה) וכל מה שהוא ענה — מרוכזות בשרשור אחד לכל עובד. אפשר לשלוח הודעה ישירות מהמערכת, בלי לצאת לוואטסאפ.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3017520"/>
            <a:ext cx="53917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2464" y="320040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 בתיבה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2464" y="3639312"/>
            <a:ext cx="495284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שיחות עם כל העובדים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מונה הודעות שלא נקראו לכל שיחה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שרשור מלא: הודעות יוצאות ונכנסות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שליחת הודעה חופשית לעובד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3017520"/>
            <a:ext cx="53917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320040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סגירת הלולאה — תשובה → זמינות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0704" y="3639312"/>
            <a:ext cx="495284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עונה בהודעה רגילה בוואטסאפ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מפענחת את הימים/השעות מהטקסט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הזמינות מתעדכנת אוטומטית בטאב עובדים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הקלדה ידנית — התשובה הופכת לנתונים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צ׳אט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וואטסאפ ואוטומציה שבועית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1701" y="1691640"/>
            <a:ext cx="3503066" cy="41605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38383" y="191109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838383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41157" y="19293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בקשת זמינות אוטומטית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41157" y="2414016"/>
            <a:ext cx="3064154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להגדיר שהמערכת תשלח לכל הצוות בקשת זמינות אוטומטית בכל שבוע — ביום ובשעה שתבחרו. מנגנון שמירה מוודא שליחה אחת בלבד בשבוע. אפשר גם לשלוח ידנית בכל רגע.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4314" y="1691640"/>
            <a:ext cx="3503066" cy="41605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60997" y="191109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7060997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63770" y="19293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הודעת פתיחה לעובד חדש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63770" y="2414016"/>
            <a:ext cx="3064154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כשמוסיפים עובד חדש עם מספר טלפון, נשלחת אליו אוטומטית הודעת ברוכים-הבאים שמסבירה שהוא יקבל בקשות זמינות וסידור בוואטסאפ. הטקסט ניתן לעריכה בהגדרות.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1691640"/>
            <a:ext cx="3503066" cy="41605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83610" y="191109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83610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192938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שליחת הסידור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" y="2414016"/>
            <a:ext cx="3064154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בפרסום הסידור, כל עובד מקבל בוואטסאפ את המשמרות שלו. הודעות מפורסמות מנוהלות מול וואטסאפ, וכשלי מסירה מוצגים בפאנל התקלות שבמעקב.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החלפות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החלפות משמרת בשליטה מלאה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78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3794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כשעובד לא יכול — בלי בלגן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276856"/>
            <a:ext cx="10618927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שנופל ממשמרת יוצר "בקשת החלפה". המערכת מזהה מי כשיר וזמין למלא את מקומו, וכל התהליך — פרסום, לקיחה ואישור — מתועד ומבוקר על ידי המנהל.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1701" y="2971800"/>
            <a:ext cx="3503066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507474" y="3291840"/>
            <a:ext cx="731520" cy="7315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9507474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58861" y="4160520"/>
            <a:ext cx="32287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בקשה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50301" y="4663440"/>
            <a:ext cx="304586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המנהל מוריד עובד ממשמרת → נפתחת בקשת החלפה פתוחה.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4314" y="2971800"/>
            <a:ext cx="3503066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30088" y="32918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730088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81474" y="4160520"/>
            <a:ext cx="32287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התאמת מחליף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914" y="4663440"/>
            <a:ext cx="304586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מציגה מי כשיר לתפקיד ופנוי — "אין עובד זכאי" אם אין.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2971800"/>
            <a:ext cx="3503066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52701" y="329184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952701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4088" y="4160520"/>
            <a:ext cx="32287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לקיחה ואישור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95528" y="4663440"/>
            <a:ext cx="304586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לוקח את המשמרת, המנהל מאשר או דוחה — והשינוי נרשם.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היסטוריית ההחלפות נשמרת — לדעת מי הפיל ומי כיסה, גם לצורך הדוחות והדירוג.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החלפות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דוחות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דוחות ותובנות חכמות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664348" y="1645920"/>
            <a:ext cx="4960419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83804" y="1828800"/>
            <a:ext cx="452150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פירוט ודירוג לפי עובד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83804" y="2267712"/>
            <a:ext cx="4521507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משמרות, שעות ועלות שכר לכל עובד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משמרות סופ"ש וסגירות (עומס לא-נעים)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החלפות: כמה הפיל וכמה כיסה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משמרות לשבוע + מתחת למינימום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תרומה — מי נושא בעומס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ארגוני: כיסוי, שעות, עלות כוללת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על סידורים שפורסמו — לא טיוטות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8231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1828800"/>
            <a:ext cx="5457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 — עלות שכר שבועית לפי תפקיד (₪)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04088" y="2286000"/>
          <a:ext cx="55487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"תובנות חכמות" מסמנות אוטומטית: היסטים בהוגנות, ניצול-יתר / חוסר-ניצול של עובדים, אמינות וכיסוי.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דוחות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היסטוריה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ארכיון הסידורים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578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97510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שבוע שפורסם — נשמר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6384" y="2414016"/>
            <a:ext cx="10618927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סידור שמתפרסם הופך ל"תיקייה" בארכיון. אפשר לחזור לכל שבוע קודם, לראות את הסידור המלא ואת הנתונים שלו — לצורך השוואה, בקרה או תיעוד.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3291840"/>
            <a:ext cx="539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2464" y="347472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נשמר לכל שבוע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2464" y="3913632"/>
            <a:ext cx="49528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הסידור המלא — מי עבד מתי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משמרות ושעות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שכר ואחוז כיסוי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פערים (חוסרים) שהיו באותו שבוע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291840"/>
            <a:ext cx="539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" y="347472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חשוב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" y="3913632"/>
            <a:ext cx="49528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בקרה — לראות מגמות לאורך זמן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בין שבועות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לחישוב ההוגנות המצטברת</a:t>
            </a:r>
            <a:endParaRPr lang="en-US" sz="125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 מסודר לכל היסטוריית העבודה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היסטוריה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הגדרות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התשתית של המערכת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33008" y="1737360"/>
            <a:ext cx="539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38383" y="1956816"/>
            <a:ext cx="566928" cy="56692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10838383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52464" y="1975104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עבודה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52464" y="2459736"/>
            <a:ext cx="495284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מנוחה מינימלית בין משמרות, מקסימום שעות ליום ולשבוע, שעת עוצר לקטינים ושעת "סגירה". אלה הכללים שהמנוע אוכף.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539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72304" y="195681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172304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6384" y="1975104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תפקידים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86384" y="2459736"/>
            <a:ext cx="495284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המקצועות במסעדה — מלצר, טבח, ברמן, אחראי משמרת, מארח… הוסיפו ככל שתרצו. כל עובד משויך לתפקידים שלו.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39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838383" y="419709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0838383" y="4197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52464" y="4215384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משמרות ודרישות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52464" y="4700016"/>
            <a:ext cx="495284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יום מגדירים משמרות (מקטעים) עם שעות משלהן, ובתוך כל משמרת כמה עובדים מכל תפקיד ומאיזו שעה הם מגיעים.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977640"/>
            <a:ext cx="539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72304" y="419709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172304" y="4197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86384" y="4215384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6384" y="4700016"/>
            <a:ext cx="495284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תוכן הודעת בקשת הזמינות, יום ושעת שליחה שבועית, הודעת הפתיחה לעובד חדש, והפעלת השליחה האוטומטית.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הגדרות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קופיילוט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יועץ חכם — חינם, בתוך המערכת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78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929384"/>
            <a:ext cx="10618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צף שמבין את הנתונים שלכם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368296"/>
            <a:ext cx="10618927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בפינת המסך יש כפתור "התייעץ" שפותח צ'אט ייעוץ. הוא עונה על שאלות ניהוליות מתוך הנתונים שכבר קיימים במערכת — בלי עלות ובלי שירות חיצוני. שואלים בשפה חופשית ומקבלים תשובה מיידית.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1701" y="3200400"/>
            <a:ext cx="350306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38383" y="341985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838383" y="3419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41157" y="343814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אפשר לשאול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1157" y="3877056"/>
            <a:ext cx="3064154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עוד לא הגיש זמינות · כמה חוסרים יש בסידור · כמה שיבוצי כפייה · כמה עובדים פעילים · ועוד שאלות תפעוליות שגרתיות.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4314" y="3200400"/>
            <a:ext cx="350306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60997" y="341985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7060997" y="3419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63770" y="343814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חינם לחלוטין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63770" y="3877056"/>
            <a:ext cx="3064154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על היגיון פנימי וחישוב מהנתונים הקיימים — לא מודל חיצוני בתשלום. אפס עלות שימוש, אפס שליחת מידע החוצה.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200400"/>
            <a:ext cx="350306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83610" y="341985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283610" y="3419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6384" y="343814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 והצעות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6384" y="3877056"/>
            <a:ext cx="3064154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מציג הצעות שאלות מוכנות, ועונה מיד. נועד לתת למנהל תשובות מהירות תוך כדי עבודה, בלי לנווט בין מסכים.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קופיילוט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55887" y="566928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55887" y="566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ניהול-על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כל העסקים במקום אחד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נפרד לבעל המערכת — הקמה, מנויים ותמיכה בכל העסקים.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1701" y="1965960"/>
            <a:ext cx="3503066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002975" y="2167128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341157" y="2185416"/>
            <a:ext cx="2634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עסק / רשת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41157" y="2679192"/>
            <a:ext cx="30641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עסק יחיד או רשת (מטה + סניפים), עם שם משתמש וסיסמה.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4314" y="1965960"/>
            <a:ext cx="3503066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5589" y="2167128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563770" y="2185416"/>
            <a:ext cx="2634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מנוי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3770" y="2679192"/>
            <a:ext cx="30641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תוכנית, מכסת עובדים, מחיר חודשי, השהיה, הארכה, הפעלת וואטסאפ.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3503066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48202" y="2167128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185416"/>
            <a:ext cx="2634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 כניסה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4" y="2679192"/>
            <a:ext cx="30641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צפייה בסיסמה מוצפנת (עם אימות), איפוס שם משתמש/סיסמה.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1701" y="3977640"/>
            <a:ext cx="3503066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002975" y="417880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341157" y="4197096"/>
            <a:ext cx="2634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התחזות לתמיכה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41157" y="4690872"/>
            <a:ext cx="30641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 לעסק לצורך תמיכה, וחזרה לניהול-על בלחיצה.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4314" y="3977640"/>
            <a:ext cx="3503066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5589" y="4178808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63770" y="4197096"/>
            <a:ext cx="2634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זהות וואטסאפ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63770" y="4690872"/>
            <a:ext cx="30641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מספר/שם/תמונה של השולח לכל עסק בנפרד.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977640"/>
            <a:ext cx="3503066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48202" y="4178808"/>
            <a:ext cx="402336" cy="40233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4197096"/>
            <a:ext cx="2634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מחיקת עסק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6384" y="4690872"/>
            <a:ext cx="30641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הסרה לצמיתות של עסק מהמערכת, בזהירות ובאישור.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ניהול-על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8767" y="566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338767" y="566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אמינות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6984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ואמינות מובנות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1701" y="173736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38383" y="19568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838383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41157" y="19751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בידוד בין עסקים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341157" y="2596896"/>
            <a:ext cx="306415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עסק רואה רק את הנתונים שלו — הפרדה מלאה ברמת השרת.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4314" y="173736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60997" y="195681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7060997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63770" y="19751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סיסמאות מוצפנות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63770" y="2596896"/>
            <a:ext cx="306415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צפייה בפרטי כניסה רק לניהול-על, עם אימות ובהצפנה.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173736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83610" y="195681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83610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19751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הגנה מפני עומס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2596896"/>
            <a:ext cx="306415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קצב על התחברות ומיגון בקשות מובנה בשרת.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21701" y="379476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838383" y="4014216"/>
            <a:ext cx="566928" cy="56692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8383" y="4014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1157" y="40325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עבודה כקו אדום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341157" y="4654296"/>
            <a:ext cx="306415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 לא ייצר סידור שמפר חוק — הגנה משפטית מובנית.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44314" y="379476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60997" y="4014216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060997" y="4014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63770" y="40325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שגיאות מרוכז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563770" y="4654296"/>
            <a:ext cx="306415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שגיאות מטופלות במקום אחד, בלי דליפת מידע פנימי.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379476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83610" y="4014216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3283610" y="4014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86384" y="4032504"/>
            <a:ext cx="2332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עברית מלאה, RTL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86384" y="4654296"/>
            <a:ext cx="306415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המערכת בעברית, מותאמת לעבודה יומיומית בישראל.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5264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אמינות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383280"/>
            <a:ext cx="5943600" cy="594360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194560"/>
            <a:ext cx="5486400" cy="5486400"/>
          </a:xfrm>
          <a:prstGeom prst="ellipse">
            <a:avLst/>
          </a:prstGeom>
          <a:solidFill>
            <a:srgbClr val="059669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55448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הסידור השבועי — חכם, הוגן ולפי חוק. בלי טבלאות, בלי רדיפות, בלי כאב ראש.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76542" y="3611880"/>
            <a:ext cx="3150108" cy="47548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6542" y="3611880"/>
            <a:ext cx="31501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איסוף זמינות בוואטסאפ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85970" y="3611880"/>
            <a:ext cx="2089404" cy="47548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5970" y="3611880"/>
            <a:ext cx="20894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שיבוץ אוטומטי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65046" y="3611880"/>
            <a:ext cx="2619756" cy="47548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046" y="3611880"/>
            <a:ext cx="26197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חופשי ופיצול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3954" y="4288536"/>
            <a:ext cx="2752344" cy="47548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3954" y="4288536"/>
            <a:ext cx="2752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הוגנות וחוקי עבודה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85970" y="4288536"/>
            <a:ext cx="1956816" cy="47548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5970" y="4288536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והחלפות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95398" y="4288536"/>
            <a:ext cx="2089404" cy="47548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5398" y="4288536"/>
            <a:ext cx="20894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דוחות ותובנות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57839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5257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— וזה הזמן לסדר.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sadran.app@walla.co.il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סַדְרָן — מדריך מלא למערכת</dc:title>
  <dc:subject>PptxGenJS Presentation</dc:subject>
  <dc:creator>סַדְרָן</dc:creator>
  <cp:lastModifiedBy>סַדְרָן</cp:lastModifiedBy>
  <cp:revision>1</cp:revision>
  <dcterms:created xsi:type="dcterms:W3CDTF">2026-07-04T00:28:08Z</dcterms:created>
  <dcterms:modified xsi:type="dcterms:W3CDTF">2026-07-04T00:28:08Z</dcterms:modified>
</cp:coreProperties>
</file>